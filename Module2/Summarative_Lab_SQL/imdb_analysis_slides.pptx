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8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2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38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11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4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10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4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5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06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8471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21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18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39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72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6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26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IMDB Data Exploration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Preliminary Analysis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1799280"/>
          </a:xfrm>
        </p:spPr>
        <p:txBody>
          <a:bodyPr/>
          <a:lstStyle/>
          <a:p>
            <a:r>
              <a:rPr dirty="0"/>
              <a:t>Some genres show higher average ratings</a:t>
            </a:r>
          </a:p>
          <a:p>
            <a:r>
              <a:rPr dirty="0"/>
              <a:t>Movies with more votes have more reliable ratings</a:t>
            </a:r>
          </a:p>
          <a:p>
            <a:r>
              <a:rPr dirty="0"/>
              <a:t>Runtime varies significantly across movies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642" y="1684584"/>
            <a:ext cx="8065462" cy="4789368"/>
          </a:xfrm>
        </p:spPr>
        <p:txBody>
          <a:bodyPr>
            <a:normAutofit/>
          </a:bodyPr>
          <a:lstStyle/>
          <a:p>
            <a:r>
              <a:rPr dirty="0"/>
              <a:t>Do movies with higher runtimes tend to receive higher ratings and more audience engagement?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9B989B-BCC1-D0D9-4086-A8BC232A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67" y="2655459"/>
            <a:ext cx="3781049" cy="3042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2302200"/>
          </a:xfrm>
        </p:spPr>
        <p:txBody>
          <a:bodyPr/>
          <a:lstStyle/>
          <a:p>
            <a:r>
              <a:rPr dirty="0"/>
              <a:t>Remove NULL values</a:t>
            </a:r>
          </a:p>
          <a:p>
            <a:r>
              <a:rPr dirty="0"/>
              <a:t>Filter movies (year ≤ 2019)</a:t>
            </a:r>
          </a:p>
          <a:p>
            <a:r>
              <a:rPr dirty="0"/>
              <a:t>Handle multiple genres (e.g., Action,</a:t>
            </a:r>
            <a:r>
              <a:rPr lang="en-US" dirty="0"/>
              <a:t> </a:t>
            </a:r>
            <a:r>
              <a:rPr dirty="0"/>
              <a:t>Drama)</a:t>
            </a:r>
          </a:p>
          <a:p>
            <a:r>
              <a:rPr dirty="0"/>
              <a:t>Ensure consistent data formats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164562"/>
          </a:xfrm>
        </p:spPr>
        <p:txBody>
          <a:bodyPr/>
          <a:lstStyle/>
          <a:p>
            <a:r>
              <a:rPr dirty="0"/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838007"/>
            <a:ext cx="7429499" cy="1590993"/>
          </a:xfrm>
        </p:spPr>
        <p:txBody>
          <a:bodyPr/>
          <a:lstStyle/>
          <a:p>
            <a:r>
              <a:rPr dirty="0"/>
              <a:t>There is no strong direct relationship between runtime and rating, suggesting other factors influence audience reception.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</TotalTime>
  <Words>93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IMDB Data Exploration</vt:lpstr>
      <vt:lpstr>Exploration Findings</vt:lpstr>
      <vt:lpstr>Business Question</vt:lpstr>
      <vt:lpstr>Data Cleaning Considerations</vt:lpstr>
      <vt:lpstr>Key Insight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HomePC</cp:lastModifiedBy>
  <cp:revision>5</cp:revision>
  <dcterms:created xsi:type="dcterms:W3CDTF">2013-01-27T09:14:16Z</dcterms:created>
  <dcterms:modified xsi:type="dcterms:W3CDTF">2026-04-27T10:17:26Z</dcterms:modified>
  <cp:category/>
</cp:coreProperties>
</file>